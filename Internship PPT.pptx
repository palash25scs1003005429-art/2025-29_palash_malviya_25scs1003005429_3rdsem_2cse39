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868680" cy="9235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 INTERNSHIP REPORT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3375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 hands-on internship with Alfido Tech, deploying real workloads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Amazon Web Services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" y="4251960"/>
            <a:ext cx="201168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4526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Palash Malviya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IILM University, Greater Noida  |  Batch 2026-27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ID: BS/REG/126233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6080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Duration: 10 Aug 2026 – 10 Sep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01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10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Organization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579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Alfido Tech, the internship model, and the problem this work addresses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51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9923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set out to achieve, and its boundaries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84448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84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4930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Architecture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40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services and the request flow behind each deployment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25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342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Deployment Tasks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817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EC2, Lambda + API Gateway, and Docker — step by step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266944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266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175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&amp; Takeaways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52297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achieved and skills gained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1828800"/>
            <a:ext cx="3703320" cy="4206240"/>
          </a:xfrm>
          <a:prstGeom prst="roundRect">
            <a:avLst>
              <a:gd name="adj" fmla="val 2963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0" y="22402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29535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tasks completed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353872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4251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verifiable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837176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55504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hands-on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presents the work carried out during the Cloud Computing Internship undertaken at Alfido Tech. The internship was designed to provide hands-on, practical exposure to core AWS services — moving beyond theory into real deployment scenarios.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tasks were completed, each targeting a distinct area of cloud infrastructure. Every task ran end-to-end — from provisioning to a publicly verifiable result — using the AWS Free Tier console.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10744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5029200"/>
            <a:ext cx="10744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7652" y="5029200"/>
            <a:ext cx="1161288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7652" y="5029200"/>
            <a:ext cx="1161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13532" y="5029200"/>
            <a:ext cx="1161288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13532" y="5029200"/>
            <a:ext cx="1161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9412" y="5029200"/>
            <a:ext cx="12481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9412" y="5029200"/>
            <a:ext cx="12481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5029200"/>
            <a:ext cx="81381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50292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43800" y="1828800"/>
            <a:ext cx="21945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9AC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08392" y="19933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08392" y="24871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708392" y="283464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served directly from storage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921240" y="1828800"/>
            <a:ext cx="21945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9AC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85832" y="19933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85832" y="24871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283464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&amp; web server configuration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43800" y="3703320"/>
            <a:ext cx="21945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9AC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08392" y="3867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08392" y="436168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708392" y="470916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execution with public API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21240" y="3703320"/>
            <a:ext cx="21945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9AC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85832" y="3867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085832" y="436168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0085832" y="470916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app on a cloud VM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9AC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Alfido Tech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Hyderabad, Telangana (India) based technology training organization running structured, task-based internship programs for engineering students, with a focus on emerging domains such as Cloud Computing.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03320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under MSME and ISO 9001:2015, with internship programs recognized in line with AICTE guidelines. The model is built around real-world, hands-on tasks — supported by curated resources, mentor guidance, and a coordination team.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892040"/>
            <a:ext cx="594360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0292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completion of all tasks, interns receive an official Internship Completion Certificate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performers may become eligible for a Letter of Recommendation (LOR)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182880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/ MENTOR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4414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Dubey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081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37413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Aug 2026 – 10 Sep 2026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40142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30682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BS/REG/126233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9469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REGION USED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52395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eu-north-1 (Stockholm)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109960" cy="2743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on-premises infrastructure requires significant upfront investment, manual server management, and lacks the elasticity needed to handle variable workloads.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increasingly need to deploy websites, applications, backend logic, and containerized services in a way that is scalable, cost-effective, and quickly provisioned.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set out to gain practical competence deploying and managing such services on AWS — covering static content hosting, compute, serverless execution, and containerization, with every deployment configured securely and publicly verifiable.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19656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static website using Amazon S3 with public access configured through bucket policies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2441448"/>
            <a:ext cx="1033272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88336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virtual machine on Amazon EC2, configure network security, and install/run Apache2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3310128"/>
            <a:ext cx="1033272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57016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deploy a serverless function using AWS Lambda, exposed via Amazon API Gateway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34440" y="4178808"/>
            <a:ext cx="1033272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425696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containerized application (Nginx) using Docker on a cloud-hosted Ubuntu VM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34440" y="5047488"/>
            <a:ext cx="1033272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94376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each deployment with configuration details, commands used, and verification evidence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EAF6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Storage-based static hosting (Amazon S3)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provisioning (Amazon EC2)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execution + API exposure (Lambda + API Gateway)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 (Docker on EC2)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performed on the AWS Free Tier, eu-north-1 (Stockholm) region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BEA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6888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mapping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 certificates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and load balancing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automation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612648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represent natural extensions for future work.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73152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39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77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(AWS)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874520"/>
            <a:ext cx="73152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3712" y="2039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HOSTING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377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(Static Website Hosting)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874520"/>
            <a:ext cx="73152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2039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377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EC2, Ubuntu 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10128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10128"/>
            <a:ext cx="73152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38130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310128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3310128"/>
            <a:ext cx="73152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53712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38130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(Python 3.12)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310128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310128"/>
            <a:ext cx="73152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02752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381304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 (REST API)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745736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745736"/>
            <a:ext cx="73152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4672" y="4910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04672" y="524865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Nginx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97680" y="4745736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4745736"/>
            <a:ext cx="73152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53712" y="4910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53712" y="524865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Python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46720" y="4745736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4745736"/>
            <a:ext cx="73152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302752" y="4910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302752" y="524865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(24.04 LTS)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for each of the four deployments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47672"/>
            <a:ext cx="28803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Static Website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11880" y="2153412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11880" y="215341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12598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9008" y="2153412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79008" y="215341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562088" y="2125980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46136" y="2153412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9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46136" y="215341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(Static Website)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11064240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118104"/>
            <a:ext cx="28803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Virtual Machine + Web Server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3323844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11880" y="3323844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2964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779008" y="3323844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79008" y="3323844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562088" y="32964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46136" y="3323844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46136" y="3323844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(Ubuntu)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729216" y="3296412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113264" y="3323844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99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13264" y="3323844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 →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15384"/>
            <a:ext cx="11064240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88536"/>
            <a:ext cx="28803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Serverless Function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11880" y="4494276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11880" y="4494276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4466844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779008" y="4494276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779008" y="4494276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562088" y="4466844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946136" y="4494276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946136" y="4494276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729216" y="4466844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113264" y="4494276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99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113264" y="4494276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385816"/>
            <a:ext cx="11064240" cy="0"/>
          </a:xfrm>
          <a:prstGeom prst="line">
            <a:avLst/>
          </a:prstGeom>
          <a:noFill/>
          <a:ln w="9525">
            <a:solidFill>
              <a:srgbClr val="E3E8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458968"/>
            <a:ext cx="28803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Docker Container on Cloud VM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11880" y="5664708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611880" y="56647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394960" y="563727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779008" y="5664708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779008" y="56647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7562088" y="563727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7946136" y="5664708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946136" y="56647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(Ubuntu)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729216" y="5637276"/>
            <a:ext cx="3840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0113264" y="5664708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990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0113264" y="566470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→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→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Webpage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five-step approach was followed for every task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2514600"/>
            <a:ext cx="512064" cy="5120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5272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the required AWS resource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3315C"/>
          </a:solidFill>
          <a:ln/>
        </p:spPr>
      </p:sp>
      <p:sp>
        <p:nvSpPr>
          <p:cNvPr id="11" name="Shape 9"/>
          <p:cNvSpPr/>
          <p:nvPr/>
        </p:nvSpPr>
        <p:spPr>
          <a:xfrm>
            <a:off x="3538728" y="2514600"/>
            <a:ext cx="512064" cy="5120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3872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154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security &amp; network configuration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2064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3315C"/>
          </a:solidFill>
          <a:ln/>
        </p:spPr>
      </p:sp>
      <p:sp>
        <p:nvSpPr>
          <p:cNvPr id="16" name="Shape 14"/>
          <p:cNvSpPr/>
          <p:nvPr/>
        </p:nvSpPr>
        <p:spPr>
          <a:xfrm>
            <a:off x="5824728" y="2514600"/>
            <a:ext cx="512064" cy="5120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2472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154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/ deploy the target software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664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3315C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0728" y="2514600"/>
            <a:ext cx="512064" cy="5120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1072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154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functionality via AWS console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9264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331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96728" y="2514600"/>
            <a:ext cx="512064" cy="5120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39672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3154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public access through a browser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SECTION 4.8.1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Website on Amazon S3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static website using Amazon S3, served entirely from storage — no traditional web server required.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46888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task1-alfido-static-website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7977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779776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eu-north-1 (Stockholm)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278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47872"/>
            <a:ext cx="5943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S3 bucket &amp; enabled static website hosting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Block Public Access; set index.html as index document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index.html, CSS and JavaScript files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bucket policy allowing public s3:GetObject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site via the S3 website endpoint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5943600" cy="502920"/>
          </a:xfrm>
          <a:prstGeom prst="roundRect">
            <a:avLst>
              <a:gd name="adj" fmla="val 14545"/>
            </a:avLst>
          </a:prstGeom>
          <a:solidFill>
            <a:srgbClr val="EAF6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9893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Website successfully deployed and publicly accessible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30568" y="1527048"/>
            <a:ext cx="4901184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8A99AC">
                <a:alpha val="30000"/>
              </a:srgbClr>
            </a:outerShdw>
          </a:effectLst>
        </p:spPr>
      </p:sp>
      <p:pic>
        <p:nvPicPr>
          <p:cNvPr id="14" name="Image 0" descr="assets/task1_s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600200"/>
            <a:ext cx="4754880" cy="45720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903720" y="6309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static website accessed via the S3 website endpoint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SECTION 4.8.2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Machine &amp; Web Server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an Ubuntu EC2 instance, open port 80, and host a custom page with Apache2.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46888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task2-alfido-cloud-vm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7977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IPV4: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779776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13.60.163.6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9067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SERVER: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3090672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Apache2, port 80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38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58768"/>
            <a:ext cx="5943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an Ubuntu Server EC2 instance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security group for HTTP (80) &amp; SSH (22)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EC2 Instance Connect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&amp; enabled Apache2 (apt install apache2)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 custom index.html and verified over HTTP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989320"/>
            <a:ext cx="5943600" cy="502920"/>
          </a:xfrm>
          <a:prstGeom prst="roundRect">
            <a:avLst>
              <a:gd name="adj" fmla="val 14545"/>
            </a:avLst>
          </a:prstGeom>
          <a:solidFill>
            <a:srgbClr val="EAF6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59893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Apache served the custom page over the public IP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30568" y="1527048"/>
            <a:ext cx="4901184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8A99AC">
                <a:alpha val="30000"/>
              </a:srgbClr>
            </a:outerShdw>
          </a:effectLst>
        </p:spPr>
      </p:sp>
      <p:pic>
        <p:nvPicPr>
          <p:cNvPr id="16" name="Image 0" descr="assets/task2_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600200"/>
            <a:ext cx="4754880" cy="45720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903720" y="6309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"Hello from Cloud VM" page served by Apache2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SECTION 4.8.3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Function (Lambda + API Gateway)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Lambda function returning JSON, exposed publicly through API Gateway.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46888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task3-alfido-serverless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7977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779776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278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47872"/>
            <a:ext cx="5943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Lambda function with the Python 3.12 runtime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 handler returning a structured JSON response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execution directly in the Lambda console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an API Gateway (REST API) trigger, open access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confirmed the public endpoint returns JSON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989320"/>
            <a:ext cx="5943600" cy="502920"/>
          </a:xfrm>
          <a:prstGeom prst="roundRect">
            <a:avLst>
              <a:gd name="adj" fmla="val 14545"/>
            </a:avLst>
          </a:prstGeom>
          <a:solidFill>
            <a:srgbClr val="EAF6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9893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API endpoint returns the expected JSON output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30568" y="1527048"/>
            <a:ext cx="4901184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8A99AC">
                <a:alpha val="30000"/>
              </a:srgbClr>
            </a:outerShdw>
          </a:effectLst>
        </p:spPr>
      </p:sp>
      <p:pic>
        <p:nvPicPr>
          <p:cNvPr id="14" name="Image 0" descr="assets/task3_j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600200"/>
            <a:ext cx="4754880" cy="45720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903720" y="6309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Gateway endpoint returning JSON from Lambda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SECTION 4.8.4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Container on Cloud VM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containerized Nginx app on a separate EC2 VM, reachable over the public internet.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46888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task4-alfido-docker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7977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IP: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779776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13.60.81.133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9067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3090672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alfido-nginx (Nginx)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38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58768"/>
            <a:ext cx="5943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a second Ubuntu EC2 VM; opened ports 22 &amp; 80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Docker (apt install docker.io) and enabled the service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and ran Nginx: docker run -d -p 80:80 nginx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running container with docker ps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"Welcome to nginx!" page over the public IP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989320"/>
            <a:ext cx="5943600" cy="502920"/>
          </a:xfrm>
          <a:prstGeom prst="roundRect">
            <a:avLst>
              <a:gd name="adj" fmla="val 14545"/>
            </a:avLst>
          </a:prstGeom>
          <a:solidFill>
            <a:srgbClr val="EAF6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59893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Nginx container publicly reachable on the VM's IP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30568" y="1527048"/>
            <a:ext cx="4901184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8A99AC">
                <a:alpha val="30000"/>
              </a:srgbClr>
            </a:outerShdw>
          </a:effectLst>
        </p:spPr>
      </p:sp>
      <p:pic>
        <p:nvPicPr>
          <p:cNvPr id="16" name="Image 0" descr="assets/task4_dock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600200"/>
            <a:ext cx="4754880" cy="45720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903720" y="6309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Docker on the task4-alfido-docker EC2 instance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93392"/>
            <a:ext cx="420624" cy="420624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745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publicly accessible static website hosted entirely on Amazon S3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788920"/>
            <a:ext cx="420624" cy="420624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788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0048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cloud-hosted Ubuntu VM running Apache2 over HTTP on port 80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584448"/>
            <a:ext cx="420624" cy="420624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5844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465576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AWS Lambda function invoked via a public API Gateway endpoint, returning structured JSON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379976"/>
            <a:ext cx="420624" cy="420624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4379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261104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 (Nginx) container running on a cloud VM, publicly accessible via its IP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5175504"/>
            <a:ext cx="420624" cy="420624"/>
          </a:xfrm>
          <a:prstGeom prst="ellipse">
            <a:avLst/>
          </a:prstGeom>
          <a:solidFill>
            <a:srgbClr val="1E7E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51755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05663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hands-on familiarity with S3, EC2, Lambda, API Gateway, Linux administration and Docker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successful completion of all four tasks, Alfido Tech issued an official Internship Completion Certificate.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05176" y="1892808"/>
            <a:ext cx="6181344" cy="441274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8A99AC">
                <a:alpha val="30000"/>
              </a:srgbClr>
            </a:outerShdw>
          </a:effectLst>
        </p:spPr>
      </p:sp>
      <p:pic>
        <p:nvPicPr>
          <p:cNvPr id="6" name="Image 0" descr="assets/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8328" y="1965960"/>
            <a:ext cx="6035040" cy="42664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6099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Certificate issued by Alfido Tech — Candidate ID: BS/REG/126233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7919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cloud deployment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provisioning through configuration to public verification, across four distinct AWS services.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3315C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1945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67919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Security-conscious defaults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1089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deployment configured with deliberate access control — bucket policies, security groups, and scoped API access.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3315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4805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96519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Breadth across the stack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3949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compute, serverless, and containers — a rounded view of how modern cloud workloads run.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42519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331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44805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96519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discipline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3949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backed by commands used, configuration details, and screenshot evidence.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 / 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920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Services, "Amazon S3 – Static website hosting," AWS Documentation.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50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505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Services, "Amazon EC2 User Guide," AWS Documentation.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809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8094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Services, "AWS Lambda Developer Guide," AWS Documentation.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112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112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Services, "Amazon API Gateway Developer Guide," AWS Documentation.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416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04164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Inc., "Docker Documentation."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72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572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Apache Software Foundation, "Apache HTTP Server Documentation."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023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10235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Ltd., "Ubuntu Server Documentation."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327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63270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8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Alfido Tech, Cloud Computing Internship – Task 1 to Task 4 completion documents (internal internship material), 2026.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5176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Internship · Alfido Tech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Palash Malviya  |  B.Tech CSE, IILM University  |  Candidate ID: BS/REG/126233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2026-08-30T17:18:18Z</dcterms:created>
  <dcterms:modified xsi:type="dcterms:W3CDTF">2026-08-30T17:18:18Z</dcterms:modified>
</cp:coreProperties>
</file>